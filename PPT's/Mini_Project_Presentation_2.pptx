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4" r:id="rId7"/>
    <p:sldId id="270" r:id="rId8"/>
    <p:sldId id="272" r:id="rId9"/>
    <p:sldId id="271" r:id="rId10"/>
    <p:sldId id="268" r:id="rId11"/>
    <p:sldId id="269" r:id="rId12"/>
    <p:sldId id="266" r:id="rId13"/>
    <p:sldId id="267" r:id="rId14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Century Gothic Paneuropean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31" autoAdjust="0"/>
    <p:restoredTop sz="94622" autoAdjust="0"/>
  </p:normalViewPr>
  <p:slideViewPr>
    <p:cSldViewPr>
      <p:cViewPr varScale="1">
        <p:scale>
          <a:sx n="65" d="100"/>
          <a:sy n="65" d="100"/>
        </p:scale>
        <p:origin x="81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1071">
            <a:off x="12402248" y="-20574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73225" y="1993921"/>
            <a:ext cx="14387296" cy="5452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2"/>
              </a:lnSpc>
            </a:pPr>
            <a:r>
              <a:rPr lang="en-US" sz="16002" b="1" dirty="0">
                <a:solidFill>
                  <a:srgbClr val="2C4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3D INTERACTIVE MAP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11851" y="7493819"/>
            <a:ext cx="9910043" cy="57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u="sng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Kolhapur Institute Of Technology, Kolhapur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1071">
            <a:off x="12402248" y="-20574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707777" y="1975587"/>
            <a:ext cx="7338693" cy="11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1"/>
              </a:lnSpc>
            </a:pPr>
            <a:r>
              <a:rPr lang="en-US" sz="9461" b="1" dirty="0">
                <a:solidFill>
                  <a:srgbClr val="2C46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OUR TEAM</a:t>
            </a:r>
          </a:p>
        </p:txBody>
      </p:sp>
      <p:sp>
        <p:nvSpPr>
          <p:cNvPr id="13" name="Freeform 13"/>
          <p:cNvSpPr/>
          <p:nvPr/>
        </p:nvSpPr>
        <p:spPr>
          <a:xfrm>
            <a:off x="4577653" y="4072372"/>
            <a:ext cx="289647" cy="361098"/>
          </a:xfrm>
          <a:custGeom>
            <a:avLst/>
            <a:gdLst/>
            <a:ahLst/>
            <a:cxnLst/>
            <a:rect l="l" t="t" r="r" b="b"/>
            <a:pathLst>
              <a:path w="289647" h="361098">
                <a:moveTo>
                  <a:pt x="0" y="0"/>
                </a:moveTo>
                <a:lnTo>
                  <a:pt x="289647" y="0"/>
                </a:lnTo>
                <a:lnTo>
                  <a:pt x="289647" y="361098"/>
                </a:lnTo>
                <a:lnTo>
                  <a:pt x="0" y="3610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029200" y="5621670"/>
            <a:ext cx="6256886" cy="573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Adarsh Gurav                    B73</a:t>
            </a:r>
          </a:p>
        </p:txBody>
      </p:sp>
      <p:sp>
        <p:nvSpPr>
          <p:cNvPr id="15" name="Freeform 15"/>
          <p:cNvSpPr/>
          <p:nvPr/>
        </p:nvSpPr>
        <p:spPr>
          <a:xfrm>
            <a:off x="4577653" y="4900073"/>
            <a:ext cx="289647" cy="361098"/>
          </a:xfrm>
          <a:custGeom>
            <a:avLst/>
            <a:gdLst/>
            <a:ahLst/>
            <a:cxnLst/>
            <a:rect l="l" t="t" r="r" b="b"/>
            <a:pathLst>
              <a:path w="289647" h="361098">
                <a:moveTo>
                  <a:pt x="0" y="0"/>
                </a:moveTo>
                <a:lnTo>
                  <a:pt x="289647" y="0"/>
                </a:lnTo>
                <a:lnTo>
                  <a:pt x="289647" y="361098"/>
                </a:lnTo>
                <a:lnTo>
                  <a:pt x="0" y="3610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029200" y="6449432"/>
            <a:ext cx="6256886" cy="573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Sanket </a:t>
            </a:r>
            <a:r>
              <a:rPr lang="en-US" sz="3500" dirty="0" err="1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Magdum</a:t>
            </a:r>
            <a:r>
              <a:rPr lang="en-US" sz="35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                B77</a:t>
            </a:r>
          </a:p>
        </p:txBody>
      </p:sp>
      <p:sp>
        <p:nvSpPr>
          <p:cNvPr id="17" name="Freeform 17"/>
          <p:cNvSpPr/>
          <p:nvPr/>
        </p:nvSpPr>
        <p:spPr>
          <a:xfrm>
            <a:off x="4577653" y="5727774"/>
            <a:ext cx="289647" cy="361098"/>
          </a:xfrm>
          <a:custGeom>
            <a:avLst/>
            <a:gdLst/>
            <a:ahLst/>
            <a:cxnLst/>
            <a:rect l="l" t="t" r="r" b="b"/>
            <a:pathLst>
              <a:path w="289647" h="361098">
                <a:moveTo>
                  <a:pt x="0" y="0"/>
                </a:moveTo>
                <a:lnTo>
                  <a:pt x="289647" y="0"/>
                </a:lnTo>
                <a:lnTo>
                  <a:pt x="289647" y="361098"/>
                </a:lnTo>
                <a:lnTo>
                  <a:pt x="0" y="3610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029200" y="4029123"/>
            <a:ext cx="6256886" cy="573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Anusha Patil                      B44</a:t>
            </a:r>
          </a:p>
        </p:txBody>
      </p:sp>
      <p:sp>
        <p:nvSpPr>
          <p:cNvPr id="19" name="Freeform 19"/>
          <p:cNvSpPr/>
          <p:nvPr/>
        </p:nvSpPr>
        <p:spPr>
          <a:xfrm>
            <a:off x="4577653" y="6555597"/>
            <a:ext cx="289647" cy="361098"/>
          </a:xfrm>
          <a:custGeom>
            <a:avLst/>
            <a:gdLst/>
            <a:ahLst/>
            <a:cxnLst/>
            <a:rect l="l" t="t" r="r" b="b"/>
            <a:pathLst>
              <a:path w="289647" h="361098">
                <a:moveTo>
                  <a:pt x="0" y="0"/>
                </a:moveTo>
                <a:lnTo>
                  <a:pt x="289647" y="0"/>
                </a:lnTo>
                <a:lnTo>
                  <a:pt x="289647" y="361099"/>
                </a:lnTo>
                <a:lnTo>
                  <a:pt x="0" y="3610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029200" y="4793908"/>
            <a:ext cx="6256886" cy="573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Pratik Patil                         B46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1071">
            <a:off x="12402248" y="-20574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81200" y="851014"/>
            <a:ext cx="9780960" cy="11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1"/>
              </a:lnSpc>
            </a:pPr>
            <a:r>
              <a:rPr lang="en-US" sz="9461" b="1" dirty="0">
                <a:solidFill>
                  <a:srgbClr val="2C46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INTRODUCTION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6AC82-EBF9-5A36-84F9-CA22CC88B1EA}"/>
              </a:ext>
            </a:extLst>
          </p:cNvPr>
          <p:cNvSpPr txBox="1"/>
          <p:nvPr/>
        </p:nvSpPr>
        <p:spPr>
          <a:xfrm>
            <a:off x="858249" y="2419726"/>
            <a:ext cx="16916400" cy="551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Our project highlights the tourism and cultural heritage of Kolhapur through an interactive 3D map.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It helps people easily explore places, get accurate information, and connect with the city’s culture.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The platform promotes tourism, ensures accessibility for all, and offers reliable guidance for every visitor.</a:t>
            </a:r>
            <a:endParaRPr lang="en-US" sz="4000" dirty="0">
              <a:solidFill>
                <a:srgbClr val="2C46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  <a:sym typeface="Arim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1071">
            <a:off x="12402248" y="-20574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253520" y="2598635"/>
            <a:ext cx="9780960" cy="11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1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028700" y="2946358"/>
            <a:ext cx="162687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2C4600"/>
                </a:solidFill>
                <a:latin typeface="Arial" panose="020B0604020202020204" pitchFamily="34" charset="0"/>
              </a:rPr>
              <a:t>To develop a 3D map with interactive navigation.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rgbClr val="2C46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2C4600"/>
                </a:solidFill>
                <a:latin typeface="Arial" panose="020B0604020202020204" pitchFamily="34" charset="0"/>
              </a:rPr>
              <a:t>To visualize real-world locations or custom areas in 3D.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rgbClr val="2C46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2C4600"/>
                </a:solidFill>
                <a:latin typeface="Arial" panose="020B0604020202020204" pitchFamily="34" charset="0"/>
              </a:rPr>
              <a:t>To provide clickable details for landmarks or locations.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rgbClr val="2C46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2C4600"/>
                </a:solidFill>
                <a:latin typeface="Arial" panose="020B0604020202020204" pitchFamily="34" charset="0"/>
              </a:rPr>
              <a:t>To enhance learning, tourism, or city planning with 3D visualization.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53520" y="561155"/>
            <a:ext cx="7315200" cy="1607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245"/>
              </a:lnSpc>
              <a:spcBef>
                <a:spcPct val="0"/>
              </a:spcBef>
            </a:pPr>
            <a:r>
              <a:rPr lang="en-US" sz="9461" b="1" dirty="0">
                <a:solidFill>
                  <a:srgbClr val="2C46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OBJECTIVES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1071">
            <a:off x="12354629" y="-2490865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82080" y="1037817"/>
            <a:ext cx="11526093" cy="1101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31"/>
              </a:lnSpc>
            </a:pPr>
            <a:r>
              <a:rPr lang="en-US" sz="9461" b="1" dirty="0">
                <a:solidFill>
                  <a:srgbClr val="2C46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TECHNICAL ASPECT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3044" y="2299207"/>
            <a:ext cx="16544809" cy="60657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9301" lvl="1" indent="-334650" algn="l">
              <a:lnSpc>
                <a:spcPts val="4340"/>
              </a:lnSpc>
              <a:buFont typeface="Arial"/>
              <a:buChar char="•"/>
            </a:pPr>
            <a:r>
              <a:rPr lang="en-US" sz="3600" b="1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Research Approach: </a:t>
            </a:r>
          </a:p>
          <a:p>
            <a:pPr algn="l">
              <a:lnSpc>
                <a:spcPts val="4340"/>
              </a:lnSpc>
            </a:pPr>
            <a:r>
              <a:rPr lang="en-US" sz="36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          Studied existing 3D map frameworks and user needs (multilingual, audio support).</a:t>
            </a:r>
          </a:p>
          <a:p>
            <a:pPr algn="l">
              <a:lnSpc>
                <a:spcPts val="4340"/>
              </a:lnSpc>
            </a:pPr>
            <a:r>
              <a:rPr lang="en-US" sz="36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          Designed and built a prototype focused on Kolhapur city.</a:t>
            </a:r>
          </a:p>
          <a:p>
            <a:pPr algn="l">
              <a:lnSpc>
                <a:spcPts val="4340"/>
              </a:lnSpc>
            </a:pPr>
            <a:r>
              <a:rPr lang="en-US" sz="36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          For More attraction made a blender animation earth with zoom effects.</a:t>
            </a:r>
          </a:p>
          <a:p>
            <a:pPr algn="l">
              <a:lnSpc>
                <a:spcPts val="4340"/>
              </a:lnSpc>
            </a:pPr>
            <a:endParaRPr lang="en-US" sz="3600" dirty="0">
              <a:solidFill>
                <a:srgbClr val="2C46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69301" lvl="1" indent="-334650" algn="l">
              <a:lnSpc>
                <a:spcPts val="4340"/>
              </a:lnSpc>
              <a:buFont typeface="Arial"/>
              <a:buChar char="•"/>
            </a:pPr>
            <a:r>
              <a:rPr lang="en-US" sz="3600" b="1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Tools and Technologies:</a:t>
            </a:r>
          </a:p>
          <a:p>
            <a:pPr algn="l">
              <a:lnSpc>
                <a:spcPts val="4340"/>
              </a:lnSpc>
            </a:pPr>
            <a:r>
              <a:rPr lang="en-US" sz="36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         </a:t>
            </a:r>
            <a:r>
              <a:rPr lang="en-US" sz="3600" dirty="0" err="1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Mapbox</a:t>
            </a:r>
            <a:r>
              <a:rPr lang="en-US" sz="36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 GL JS – for 3D map rendering.</a:t>
            </a:r>
          </a:p>
          <a:p>
            <a:pPr algn="l">
              <a:lnSpc>
                <a:spcPts val="4340"/>
              </a:lnSpc>
            </a:pPr>
            <a:r>
              <a:rPr lang="en-US" sz="36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         HTML, CSS, JavaScript (react)– for web development.</a:t>
            </a:r>
          </a:p>
          <a:p>
            <a:pPr algn="l">
              <a:lnSpc>
                <a:spcPts val="4340"/>
              </a:lnSpc>
            </a:pPr>
            <a:r>
              <a:rPr lang="en-US" sz="36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         Audio libraries – to provide multilingual audio support.</a:t>
            </a:r>
          </a:p>
          <a:p>
            <a:pPr algn="l">
              <a:lnSpc>
                <a:spcPts val="4340"/>
              </a:lnSpc>
            </a:pPr>
            <a:r>
              <a:rPr lang="en-US" sz="3600" dirty="0">
                <a:solidFill>
                  <a:srgbClr val="2C4600"/>
                </a:solidFill>
                <a:latin typeface="Arimo"/>
                <a:ea typeface="Arimo"/>
                <a:cs typeface="Arimo"/>
                <a:sym typeface="Arimo"/>
              </a:rPr>
              <a:t>         Blender – For Earth animation and effects.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1071">
            <a:off x="12499207" y="-2490865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4175" y="952500"/>
            <a:ext cx="13774280" cy="1053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31"/>
              </a:lnSpc>
            </a:pPr>
            <a:r>
              <a:rPr lang="en-US" sz="8000" b="1" dirty="0">
                <a:solidFill>
                  <a:srgbClr val="2C46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WORK DONE TILL NOW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75361F-CB6C-03F4-73BA-9D51621C97A8}"/>
              </a:ext>
            </a:extLst>
          </p:cNvPr>
          <p:cNvSpPr txBox="1"/>
          <p:nvPr/>
        </p:nvSpPr>
        <p:spPr>
          <a:xfrm>
            <a:off x="1637226" y="2654073"/>
            <a:ext cx="168329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2C4600"/>
                </a:solidFill>
              </a:rPr>
              <a:t>✅ Research on existing 3D map platforms (Google Earth, </a:t>
            </a:r>
            <a:r>
              <a:rPr lang="en-IN" sz="4000" dirty="0" err="1">
                <a:solidFill>
                  <a:srgbClr val="2C4600"/>
                </a:solidFill>
              </a:rPr>
              <a:t>Mapbox</a:t>
            </a:r>
            <a:r>
              <a:rPr lang="en-IN" sz="4000" dirty="0">
                <a:solidFill>
                  <a:srgbClr val="2C4600"/>
                </a:solidFill>
              </a:rPr>
              <a:t>).</a:t>
            </a:r>
          </a:p>
          <a:p>
            <a:br>
              <a:rPr lang="en-IN" sz="4000" dirty="0">
                <a:solidFill>
                  <a:srgbClr val="2C4600"/>
                </a:solidFill>
              </a:rPr>
            </a:br>
            <a:r>
              <a:rPr lang="en-IN" sz="4000" dirty="0">
                <a:solidFill>
                  <a:srgbClr val="2C4600"/>
                </a:solidFill>
              </a:rPr>
              <a:t>✅ Selected framework/library (e.g., Three.js).</a:t>
            </a:r>
          </a:p>
          <a:p>
            <a:br>
              <a:rPr lang="en-IN" sz="4000" dirty="0">
                <a:solidFill>
                  <a:srgbClr val="2C4600"/>
                </a:solidFill>
              </a:rPr>
            </a:br>
            <a:r>
              <a:rPr lang="en-IN" sz="4000" dirty="0">
                <a:solidFill>
                  <a:srgbClr val="2C4600"/>
                </a:solidFill>
              </a:rPr>
              <a:t>✅ Created a basic 3D model / map view.</a:t>
            </a:r>
          </a:p>
          <a:p>
            <a:br>
              <a:rPr lang="en-IN" sz="4000" dirty="0">
                <a:solidFill>
                  <a:srgbClr val="2C4600"/>
                </a:solidFill>
              </a:rPr>
            </a:br>
            <a:r>
              <a:rPr lang="en-IN" sz="4000" dirty="0">
                <a:solidFill>
                  <a:srgbClr val="2C4600"/>
                </a:solidFill>
              </a:rPr>
              <a:t>✅ Implemented basic camera controls (zoom, pan, rotate).</a:t>
            </a:r>
          </a:p>
          <a:p>
            <a:br>
              <a:rPr lang="en-IN" sz="4000" dirty="0">
                <a:solidFill>
                  <a:srgbClr val="2C4600"/>
                </a:solidFill>
              </a:rPr>
            </a:br>
            <a:r>
              <a:rPr lang="en-IN" sz="4000" dirty="0">
                <a:solidFill>
                  <a:srgbClr val="2C4600"/>
                </a:solidFill>
              </a:rPr>
              <a:t>✅ Loaded sample location data.</a:t>
            </a:r>
            <a:endParaRPr lang="en-US" sz="4000" dirty="0">
              <a:solidFill>
                <a:srgbClr val="2C46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A295C-D948-43ED-BA25-017CCEE8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31B9AFBB-5C6C-A17A-F945-6B3098EC7970}"/>
              </a:ext>
            </a:extLst>
          </p:cNvPr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5753DC6-D210-668B-F935-1FE258DE1862}"/>
              </a:ext>
            </a:extLst>
          </p:cNvPr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55E72A-A25F-F9CD-C478-E00BD56C4A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364" y="571500"/>
            <a:ext cx="13950461" cy="906780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71B36F4-396B-D364-C2DC-9E3784752E06}"/>
              </a:ext>
            </a:extLst>
          </p:cNvPr>
          <p:cNvSpPr/>
          <p:nvPr/>
        </p:nvSpPr>
        <p:spPr>
          <a:xfrm>
            <a:off x="152400" y="3238500"/>
            <a:ext cx="3276600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spc="300" dirty="0">
                <a:ln w="0"/>
                <a:solidFill>
                  <a:schemeClr val="tx2"/>
                </a:solidFill>
                <a:effectLst>
                  <a:reflection blurRad="6350" stA="53000" endA="300" endPos="35500" dir="5400000" sy="-90000" algn="bl" rotWithShape="0"/>
                </a:effectLst>
              </a:rPr>
              <a:t>Home</a:t>
            </a:r>
            <a:r>
              <a:rPr lang="en-US" sz="6000" b="1" cap="none" spc="300" dirty="0">
                <a:ln w="0"/>
                <a:solidFill>
                  <a:schemeClr val="tx2"/>
                </a:solidFill>
                <a:effectLst>
                  <a:reflection blurRad="6350" stA="53000" endA="300" endPos="35500" dir="5400000" sy="-90000" algn="bl" rotWithShape="0"/>
                </a:effectLst>
              </a:rPr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359538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B6EE6-4319-F9B4-B6DC-7E4E9343B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02D71E46-C8D8-6605-9A03-41E7CB3F9D4E}"/>
              </a:ext>
            </a:extLst>
          </p:cNvPr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7C60599-7D33-E4FF-9C79-F7482489D648}"/>
              </a:ext>
            </a:extLst>
          </p:cNvPr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A2BDC5-8A35-27DF-B210-74FCD54720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44" y="800100"/>
            <a:ext cx="15124781" cy="84896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31EFE1-4F95-55A2-01BC-049A2DD6C98A}"/>
              </a:ext>
            </a:extLst>
          </p:cNvPr>
          <p:cNvSpPr/>
          <p:nvPr/>
        </p:nvSpPr>
        <p:spPr>
          <a:xfrm>
            <a:off x="367432" y="3390900"/>
            <a:ext cx="165141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0"/>
                <a:solidFill>
                  <a:schemeClr val="tx2"/>
                </a:solidFill>
                <a:effectLst>
                  <a:reflection blurRad="6350" stA="53000" endA="300" endPos="35500" dir="5400000" sy="-90000" algn="bl" rotWithShape="0"/>
                </a:effectLst>
              </a:rPr>
              <a:t>Map</a:t>
            </a:r>
          </a:p>
        </p:txBody>
      </p:sp>
    </p:spTree>
    <p:extLst>
      <p:ext uri="{BB962C8B-B14F-4D97-AF65-F5344CB8AC3E}">
        <p14:creationId xmlns:p14="http://schemas.microsoft.com/office/powerpoint/2010/main" val="144929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F47D8-71E7-6B6D-57D7-966AFB279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E21F6BDF-ACE5-5178-989F-3F7507E53B98}"/>
              </a:ext>
            </a:extLst>
          </p:cNvPr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152F771-18BF-6168-D97A-A05DD099FA6E}"/>
              </a:ext>
            </a:extLst>
          </p:cNvPr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EA775-80AD-5AF5-9724-B370503F0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418" y="1028700"/>
            <a:ext cx="15500407" cy="8686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BCC087-A9EF-62F8-42DE-288AC708BFFF}"/>
              </a:ext>
            </a:extLst>
          </p:cNvPr>
          <p:cNvSpPr/>
          <p:nvPr/>
        </p:nvSpPr>
        <p:spPr>
          <a:xfrm>
            <a:off x="304409" y="3389174"/>
            <a:ext cx="1703480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0"/>
                <a:solidFill>
                  <a:schemeClr val="tx2"/>
                </a:solidFill>
                <a:effectLst>
                  <a:reflection blurRad="6350" stA="53000" endA="300" endPos="35500" dir="5400000" sy="-90000" algn="bl" rotWithShape="0"/>
                </a:effectLst>
              </a:rPr>
              <a:t>Info.</a:t>
            </a:r>
          </a:p>
          <a:p>
            <a:pPr algn="ctr"/>
            <a:r>
              <a:rPr lang="en-US" sz="6000" b="1" cap="none" spc="0" dirty="0">
                <a:ln w="0"/>
                <a:solidFill>
                  <a:schemeClr val="tx2"/>
                </a:solidFill>
                <a:effectLst>
                  <a:reflection blurRad="6350" stA="53000" endA="300" endPos="35500" dir="5400000" sy="-90000" algn="bl" rotWithShape="0"/>
                </a:effectLst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127328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E10A6-4BBC-51D2-E56F-C727F6D6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EAA055-D432-7166-B85B-986A6BF882DA}"/>
              </a:ext>
            </a:extLst>
          </p:cNvPr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93EA6CE-3BD6-BF5B-3A43-674D40B1D941}"/>
              </a:ext>
            </a:extLst>
          </p:cNvPr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9613F51-4C49-184B-F0CA-1C71FE7F70B3}"/>
              </a:ext>
            </a:extLst>
          </p:cNvPr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EFA747D-3DBB-F09D-D990-FAEA0D3FF929}"/>
              </a:ext>
            </a:extLst>
          </p:cNvPr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27110C-25F5-5438-C9DB-A1E19E9E4FA8}"/>
              </a:ext>
            </a:extLst>
          </p:cNvPr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4969C11-48F0-F162-A09C-A4D9744DD037}"/>
              </a:ext>
            </a:extLst>
          </p:cNvPr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674A705-4834-5BEF-C8AC-291D9C8C1A79}"/>
              </a:ext>
            </a:extLst>
          </p:cNvPr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CB1A28B-D10E-0EDE-AD61-2BF053663765}"/>
              </a:ext>
            </a:extLst>
          </p:cNvPr>
          <p:cNvSpPr/>
          <p:nvPr/>
        </p:nvSpPr>
        <p:spPr>
          <a:xfrm rot="9891071">
            <a:off x="12499207" y="-2490865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2C84FBF-CAA0-A34F-E228-8A4545133FA5}"/>
              </a:ext>
            </a:extLst>
          </p:cNvPr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97E1220-E07A-F2D4-C7B3-D33DFE10D0EF}"/>
              </a:ext>
            </a:extLst>
          </p:cNvPr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3F53D7B-42BF-009D-329A-1DAC0D1C93B6}"/>
              </a:ext>
            </a:extLst>
          </p:cNvPr>
          <p:cNvSpPr txBox="1"/>
          <p:nvPr/>
        </p:nvSpPr>
        <p:spPr>
          <a:xfrm>
            <a:off x="578019" y="1235256"/>
            <a:ext cx="13433056" cy="11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1"/>
              </a:lnSpc>
            </a:pPr>
            <a:r>
              <a:rPr lang="en-US" sz="9461" b="1" dirty="0">
                <a:solidFill>
                  <a:srgbClr val="2C46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UNDER PROGRESS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F7EE21-0BAA-31DC-49D4-C5A4A5BD4A1E}"/>
              </a:ext>
            </a:extLst>
          </p:cNvPr>
          <p:cNvSpPr txBox="1"/>
          <p:nvPr/>
        </p:nvSpPr>
        <p:spPr>
          <a:xfrm>
            <a:off x="1371600" y="3195264"/>
            <a:ext cx="168329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🛠️ Adding interactivity (clickable markers, popups).</a:t>
            </a:r>
          </a:p>
          <a:p>
            <a:br>
              <a:rPr lang="en-IN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</a:br>
            <a:r>
              <a:rPr lang="en-IN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🛠️ Integrating real-world map data.</a:t>
            </a:r>
          </a:p>
          <a:p>
            <a:br>
              <a:rPr lang="en-IN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</a:br>
            <a:r>
              <a:rPr lang="en-IN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🛠️ Improving map performance and lighting.</a:t>
            </a:r>
          </a:p>
          <a:p>
            <a:br>
              <a:rPr lang="en-IN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</a:br>
            <a:r>
              <a:rPr lang="en-IN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🛠️ Designing the user interface (UI) for navigation.</a:t>
            </a:r>
            <a:endParaRPr lang="en-US" sz="4000" dirty="0">
              <a:solidFill>
                <a:srgbClr val="2C46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40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D054BB-1024-04C2-2707-4049A1A3A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90CFA2-81ED-863F-E033-19E6DD44F0DC}"/>
              </a:ext>
            </a:extLst>
          </p:cNvPr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7BE31FB-58CD-666C-8277-F5A0E81D9028}"/>
              </a:ext>
            </a:extLst>
          </p:cNvPr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FEDFE90-7A7D-9561-EE31-455E9102595E}"/>
              </a:ext>
            </a:extLst>
          </p:cNvPr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94DE981-D925-4917-BF74-BBBC22EE8FBD}"/>
              </a:ext>
            </a:extLst>
          </p:cNvPr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274282F-4682-DB9B-1F1D-3C115E256456}"/>
              </a:ext>
            </a:extLst>
          </p:cNvPr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46EEC0E-386D-725E-24E1-9B6BECE9EC68}"/>
              </a:ext>
            </a:extLst>
          </p:cNvPr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09D6727-C152-99EA-58FC-BFDA55924CAA}"/>
              </a:ext>
            </a:extLst>
          </p:cNvPr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FBFB889-F759-4C37-6052-25C57B78A767}"/>
              </a:ext>
            </a:extLst>
          </p:cNvPr>
          <p:cNvSpPr/>
          <p:nvPr/>
        </p:nvSpPr>
        <p:spPr>
          <a:xfrm rot="9891071">
            <a:off x="12499207" y="-2490865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6A75C90-4174-1917-26AB-AE16FBE917CE}"/>
              </a:ext>
            </a:extLst>
          </p:cNvPr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C11443B-A447-0B88-2BD5-4B7900E2ED48}"/>
              </a:ext>
            </a:extLst>
          </p:cNvPr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9DFAC87-A70C-E815-5B84-0051DEE28149}"/>
              </a:ext>
            </a:extLst>
          </p:cNvPr>
          <p:cNvSpPr txBox="1"/>
          <p:nvPr/>
        </p:nvSpPr>
        <p:spPr>
          <a:xfrm>
            <a:off x="605346" y="1228415"/>
            <a:ext cx="13433056" cy="107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31"/>
              </a:lnSpc>
            </a:pPr>
            <a:r>
              <a:rPr lang="en-US" sz="8800" b="1" dirty="0">
                <a:solidFill>
                  <a:srgbClr val="2C4600"/>
                </a:solidFill>
                <a:latin typeface="Century Gothic Paneuropean Bold"/>
                <a:ea typeface="Arimo" panose="020B0604020202020204" charset="0"/>
                <a:cs typeface="Century Gothic Paneuropean Bold"/>
                <a:sym typeface="Century Gothic Paneuropean Bold"/>
              </a:rPr>
              <a:t>UPCOMING 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31E121-94BB-9AB9-0A6A-F43A6A4DE5FD}"/>
              </a:ext>
            </a:extLst>
          </p:cNvPr>
          <p:cNvSpPr txBox="1"/>
          <p:nvPr/>
        </p:nvSpPr>
        <p:spPr>
          <a:xfrm>
            <a:off x="1028700" y="2922608"/>
            <a:ext cx="16832926" cy="4609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🔹Creative zoom-in effect for better visualization.</a:t>
            </a:r>
            <a:b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</a:br>
            <a: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🔹 Include location info pop-ups or 3D landmarks.</a:t>
            </a:r>
            <a:b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</a:br>
            <a: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🔹 Test responsiveness and user experience.</a:t>
            </a:r>
            <a:b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</a:br>
            <a: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🔹 Prepare final presentation.</a:t>
            </a: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🔹Prepare well managed report and documentation of our project.</a:t>
            </a:r>
          </a:p>
        </p:txBody>
      </p:sp>
    </p:spTree>
    <p:extLst>
      <p:ext uri="{BB962C8B-B14F-4D97-AF65-F5344CB8AC3E}">
        <p14:creationId xmlns:p14="http://schemas.microsoft.com/office/powerpoint/2010/main" val="26576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1071">
            <a:off x="12402248" y="-20574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62186" y="1287203"/>
            <a:ext cx="9870185" cy="1101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231"/>
              </a:lnSpc>
            </a:pPr>
            <a:r>
              <a:rPr lang="en-US" sz="9461" b="1" dirty="0">
                <a:solidFill>
                  <a:srgbClr val="2C46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8666" y="3564518"/>
            <a:ext cx="15830667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“So far, we have completed the setup, framework selection, and initial 3D visualization.”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rgbClr val="2C46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“The upcoming work will focus on interactivity and data integration.”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000" dirty="0">
              <a:solidFill>
                <a:srgbClr val="2C4600"/>
              </a:solidFill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solidFill>
                  <a:srgbClr val="2C460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“We are on track to complete the project as planned.”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164295" y="6986796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0" y="0"/>
                </a:lnTo>
                <a:lnTo>
                  <a:pt x="8328590" y="6600408"/>
                </a:lnTo>
                <a:lnTo>
                  <a:pt x="0" y="660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631678" y="7446153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3" y="0"/>
                </a:lnTo>
                <a:lnTo>
                  <a:pt x="10608643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49365">
            <a:off x="-209999" y="72009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704487" y="82296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9" y="0"/>
                </a:lnTo>
                <a:lnTo>
                  <a:pt x="2356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891071">
            <a:off x="13768657" y="-4710460"/>
            <a:ext cx="8328590" cy="6600408"/>
          </a:xfrm>
          <a:custGeom>
            <a:avLst/>
            <a:gdLst/>
            <a:ahLst/>
            <a:cxnLst/>
            <a:rect l="l" t="t" r="r" b="b"/>
            <a:pathLst>
              <a:path w="8328590" h="6600408">
                <a:moveTo>
                  <a:pt x="0" y="0"/>
                </a:moveTo>
                <a:lnTo>
                  <a:pt x="8328591" y="0"/>
                </a:lnTo>
                <a:lnTo>
                  <a:pt x="8328591" y="6600407"/>
                </a:lnTo>
                <a:lnTo>
                  <a:pt x="0" y="6600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1071">
            <a:off x="10247754" y="-9577219"/>
            <a:ext cx="10608642" cy="11546822"/>
          </a:xfrm>
          <a:custGeom>
            <a:avLst/>
            <a:gdLst/>
            <a:ahLst/>
            <a:cxnLst/>
            <a:rect l="l" t="t" r="r" b="b"/>
            <a:pathLst>
              <a:path w="10608642" h="11546822">
                <a:moveTo>
                  <a:pt x="0" y="0"/>
                </a:moveTo>
                <a:lnTo>
                  <a:pt x="10608642" y="0"/>
                </a:lnTo>
                <a:lnTo>
                  <a:pt x="10608642" y="11546822"/>
                </a:lnTo>
                <a:lnTo>
                  <a:pt x="0" y="1154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9891071">
            <a:off x="15012761" y="-1456000"/>
            <a:ext cx="3463913" cy="4114800"/>
          </a:xfrm>
          <a:custGeom>
            <a:avLst/>
            <a:gdLst/>
            <a:ahLst/>
            <a:cxnLst/>
            <a:rect l="l" t="t" r="r" b="b"/>
            <a:pathLst>
              <a:path w="3463913" h="4114800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9891071">
            <a:off x="12402248" y="-2057400"/>
            <a:ext cx="2356658" cy="4114800"/>
          </a:xfrm>
          <a:custGeom>
            <a:avLst/>
            <a:gdLst/>
            <a:ahLst/>
            <a:cxnLst/>
            <a:rect l="l" t="t" r="r" b="b"/>
            <a:pathLst>
              <a:path w="2356658" h="4114800">
                <a:moveTo>
                  <a:pt x="0" y="0"/>
                </a:moveTo>
                <a:lnTo>
                  <a:pt x="2356658" y="0"/>
                </a:lnTo>
                <a:lnTo>
                  <a:pt x="23566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514775" y="8229600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0"/>
                </a:moveTo>
                <a:lnTo>
                  <a:pt x="1489050" y="0"/>
                </a:lnTo>
                <a:lnTo>
                  <a:pt x="1489050" y="2519931"/>
                </a:lnTo>
                <a:lnTo>
                  <a:pt x="0" y="25199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V="1">
            <a:off x="284175" y="-433465"/>
            <a:ext cx="1489050" cy="2519931"/>
          </a:xfrm>
          <a:custGeom>
            <a:avLst/>
            <a:gdLst/>
            <a:ahLst/>
            <a:cxnLst/>
            <a:rect l="l" t="t" r="r" b="b"/>
            <a:pathLst>
              <a:path w="1489050" h="2519931">
                <a:moveTo>
                  <a:pt x="0" y="2519931"/>
                </a:moveTo>
                <a:lnTo>
                  <a:pt x="1489050" y="2519931"/>
                </a:lnTo>
                <a:lnTo>
                  <a:pt x="1489050" y="0"/>
                </a:lnTo>
                <a:lnTo>
                  <a:pt x="0" y="0"/>
                </a:lnTo>
                <a:lnTo>
                  <a:pt x="0" y="251993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906153" y="3351442"/>
            <a:ext cx="9144779" cy="3780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22"/>
              </a:lnSpc>
            </a:pPr>
            <a:r>
              <a:rPr lang="en-US" sz="16002" b="1" dirty="0">
                <a:solidFill>
                  <a:srgbClr val="2C4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</a:t>
            </a:r>
          </a:p>
          <a:p>
            <a:pPr algn="ctr">
              <a:lnSpc>
                <a:spcPts val="13922"/>
              </a:lnSpc>
            </a:pPr>
            <a:r>
              <a:rPr lang="en-US" sz="16002" b="1" dirty="0">
                <a:solidFill>
                  <a:srgbClr val="2C4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405</Words>
  <Application>Microsoft Office PowerPoint</Application>
  <PresentationFormat>Custom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Arimo</vt:lpstr>
      <vt:lpstr>Arial</vt:lpstr>
      <vt:lpstr>Century Gothic Paneuropean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Aesthetic Group Project Presentation</dc:title>
  <dc:creator>Adarsh Gurav</dc:creator>
  <cp:lastModifiedBy>Adarsh Gurav</cp:lastModifiedBy>
  <cp:revision>25</cp:revision>
  <dcterms:created xsi:type="dcterms:W3CDTF">2006-08-16T00:00:00Z</dcterms:created>
  <dcterms:modified xsi:type="dcterms:W3CDTF">2025-10-15T17:17:43Z</dcterms:modified>
  <dc:identifier>DAGx83N_t1M</dc:identifier>
</cp:coreProperties>
</file>